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df7b4e3b9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df7b4e3b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df7b4e3b9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df7b4e3b9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cdf7b4e3b9_2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cdf7b4e3b9_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df7b4e3b9_2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cdf7b4e3b9_2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df7b4e3b9_2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df7b4e3b9_2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df7b4e3b9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df7b4e3b9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df7b4e3b9_2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df7b4e3b9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df7b4e3b9_2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df7b4e3b9_2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Capture-2026-03-08-6445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36" y="0"/>
            <a:ext cx="911432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Capture-2026-03-08-6454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59"/>
            <a:ext cx="9144000" cy="5126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 title="Capture-2026-03-08-6455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259"/>
            <a:ext cx="9144000" cy="5126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 rotWithShape="1">
          <a:blip r:embed="rId5">
            <a:alphaModFix/>
          </a:blip>
          <a:srcRect b="179" l="0" r="0" t="169"/>
          <a:stretch/>
        </p:blipFill>
        <p:spPr>
          <a:xfrm>
            <a:off x="0" y="8259"/>
            <a:ext cx="9144000" cy="5125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b="0" l="10" r="10" t="0"/>
          <a:stretch/>
        </p:blipFill>
        <p:spPr>
          <a:xfrm>
            <a:off x="0" y="8259"/>
            <a:ext cx="9144000" cy="5126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6" title="Capture-2026-03-08-6460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59"/>
            <a:ext cx="9144000" cy="5126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7" title="Capture-2026-03-08-6461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59"/>
            <a:ext cx="9144000" cy="5126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dd Telemetry to the header, then replace the automated deployment script with Log, Metrics and Traces. now the explanation add structured error logs and metrics to troubleshoot errors easily "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970" y="-115362"/>
            <a:ext cx="915793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9"/>
          <p:cNvPicPr preferRelativeResize="0"/>
          <p:nvPr/>
        </p:nvPicPr>
        <p:blipFill rotWithShape="1">
          <a:blip r:embed="rId3">
            <a:alphaModFix/>
          </a:blip>
          <a:srcRect b="80" l="0" r="0" t="70"/>
          <a:stretch/>
        </p:blipFill>
        <p:spPr>
          <a:xfrm>
            <a:off x="-39103" y="0"/>
            <a:ext cx="9222204" cy="5143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21756" y="0"/>
            <a:ext cx="9100490" cy="5151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